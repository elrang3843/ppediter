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389120"/>
            <a:ext cx="5943600" cy="7543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DB9D4"/>
                </a:solidFill>
              </a:rPr>
              <a:t>ASSIGNMENT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DB9D4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8288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과제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발표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474720" y="914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B9D4"/>
                </a:solidFill>
              </a:rPr>
              <a:t>[과목명]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3716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발표 제목을 여기에 입력하세요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[학번] [이름]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B9D4"/>
                </a:solidFill>
              </a:rPr>
              <a:t>[학과] | [학년]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4434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제출일: 20XX년 X월 X일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  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73152" cy="5669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01  연구 배경 및 목적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01952"/>
            <a:ext cx="73152" cy="5669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019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02  이론적 고찰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786384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15184"/>
            <a:ext cx="73152" cy="5669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15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03  연구 방법론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28416"/>
            <a:ext cx="73152" cy="5669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2841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04  분석 결과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786384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41648"/>
            <a:ext cx="73152" cy="5669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416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05  결론 및 시사점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연구 배경 및 목적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연구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본 연구의 배경과 필요성을 서술합니다.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사회적 맥락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기존 연구의 한계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문제 제기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연구 목적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본 연구의 목적을 명확하게 제시합니다.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목적 1: 상세 설명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목적 2: 상세 설명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기대 효과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결론 및 시사점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64592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0E8F5"/>
                </a:solidFill>
              </a:rPr>
              <a:t>핵심 결론을 이곳에 간결하게 서술하세요.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0E8F5"/>
                </a:solidFill>
              </a:rPr>
              <a:t>연구를 통해 도출된 주요 발견사항과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0E8F5"/>
                </a:solidFill>
              </a:rPr>
              <a:t>학술적/실무적 시사점을 제시합니다.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과제발표 템플릿</dc:title>
  <dc:subject>PptxGenJS Presentation</dc:subject>
  <dc:creator>PptxGenJS</dc:creator>
  <cp:lastModifiedBy>PptxGenJS</cp:lastModifiedBy>
  <cp:revision>1</cp:revision>
  <dcterms:created xsi:type="dcterms:W3CDTF">2026-04-22T05:36:19Z</dcterms:created>
  <dcterms:modified xsi:type="dcterms:W3CDTF">2026-04-22T05:36:19Z</dcterms:modified>
</cp:coreProperties>
</file>