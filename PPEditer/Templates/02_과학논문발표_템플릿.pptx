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실험 결과 비교 (단위: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실험군</c:v>
                </c:pt>
              </c:strCache>
            </c:strRef>
          </c:tx>
          <c:spPr>
            <a:solidFill>
              <a:srgbClr val="4091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4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조건 A</c:v>
                  </c:pt>
                  <c:pt idx="1">
                    <c:v>조건 B</c:v>
                  </c:pt>
                  <c:pt idx="2">
                    <c:v>조건 C</c:v>
                  </c:pt>
                  <c:pt idx="3">
                    <c:v>조건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85</c:v>
                </c:pt>
                <c:pt idx="2">
                  <c:v>72</c:v>
                </c:pt>
                <c:pt idx="3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대조군</c:v>
                </c:pt>
              </c:strCache>
            </c:strRef>
          </c:tx>
          <c:spPr>
            <a:solidFill>
              <a:srgbClr val="B7E4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4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조건 A</c:v>
                  </c:pt>
                  <c:pt idx="1">
                    <c:v>조건 B</c:v>
                  </c:pt>
                  <c:pt idx="2">
                    <c:v>조건 C</c:v>
                  </c:pt>
                  <c:pt idx="3">
                    <c:v>조건 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62</c:v>
                </c:pt>
                <c:pt idx="2">
                  <c:v>58</c:v>
                </c:pt>
                <c:pt idx="3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4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F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9144000" cy="10972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2B788"/>
                </a:solidFill>
              </a:rPr>
              <a:t>SCIENTIFIC PAPER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논문 제목을 여기에 입력하세요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</a:rPr>
              <a:t>저자명¹, 공동저자명²  |  [학술지명]  |  20XX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468880"/>
            <a:ext cx="4023360" cy="82296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468880"/>
            <a:ext cx="64008" cy="82296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연구 목적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0916C"/>
                </a:solidFill>
              </a:rPr>
              <a:t>Research Objective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2468880"/>
            <a:ext cx="4023360" cy="822960"/>
          </a:xfrm>
          <a:prstGeom prst="rect">
            <a:avLst/>
          </a:prstGeom>
          <a:solidFill>
            <a:srgbClr val="EBF8EE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468880"/>
            <a:ext cx="64008" cy="82296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방법론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0916C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023360" cy="82296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74720"/>
            <a:ext cx="64008" cy="82296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주요 결과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0916C"/>
                </a:solidFill>
              </a:rPr>
              <a:t>Key Results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3474720"/>
            <a:ext cx="4023360" cy="822960"/>
          </a:xfrm>
          <a:prstGeom prst="rect">
            <a:avLst/>
          </a:prstGeom>
          <a:solidFill>
            <a:srgbClr val="EBF8EE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474720"/>
            <a:ext cx="64008" cy="82296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결론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0916C"/>
                </a:solidFill>
              </a:rPr>
              <a:t>Conclusion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E4C7"/>
                </a:solidFill>
              </a:rPr>
              <a:t>¹소속기관  ²소속기관  |  교신저자: email@institution.ac.kr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연구 방법론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40916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데이터 수집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394460"/>
            <a:ext cx="274320" cy="0"/>
          </a:xfrm>
          <a:prstGeom prst="line">
            <a:avLst/>
          </a:prstGeom>
          <a:noFill/>
          <a:ln w="25400">
            <a:solidFill>
              <a:srgbClr val="1B4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00584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40916C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48840" y="12344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전처리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394460"/>
            <a:ext cx="274320" cy="0"/>
          </a:xfrm>
          <a:prstGeom prst="line">
            <a:avLst/>
          </a:prstGeom>
          <a:noFill/>
          <a:ln w="25400">
            <a:solidFill>
              <a:srgbClr val="1B43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100584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40916C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12344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분석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57800" y="1394460"/>
            <a:ext cx="274320" cy="0"/>
          </a:xfrm>
          <a:prstGeom prst="line">
            <a:avLst/>
          </a:prstGeom>
          <a:noFill/>
          <a:ln w="25400">
            <a:solidFill>
              <a:srgbClr val="1B43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100584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40916C"/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2120" y="12344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검증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1394460"/>
            <a:ext cx="274320" cy="0"/>
          </a:xfrm>
          <a:prstGeom prst="line">
            <a:avLst/>
          </a:prstGeom>
          <a:noFill/>
          <a:ln w="25400">
            <a:solidFill>
              <a:srgbClr val="1B43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100584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40916C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12344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해석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011680"/>
            <a:ext cx="3840480" cy="265176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연구 설계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25146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1B2F"/>
                </a:solidFill>
              </a:rPr>
              <a:t>연구 설계 및 실험 조건을 상세히 기술합니다.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1B2F"/>
                </a:solidFill>
              </a:rPr>
              <a:t>• 실험군: N = XXX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1B2F"/>
                </a:solidFill>
              </a:rPr>
              <a:t>• 대조군: N = XXX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1B2F"/>
                </a:solidFill>
              </a:rPr>
              <a:t>• 측정 변수: 독립변수, 종속변수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1B2F"/>
                </a:solidFill>
              </a:rPr>
              <a:t>• 통계 방법: ANOVA, t-test 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2011680"/>
            <a:ext cx="3840480" cy="2651760"/>
          </a:xfrm>
          <a:prstGeom prst="rect">
            <a:avLst/>
          </a:prstGeom>
          <a:solidFill>
            <a:srgbClr val="EBF8EE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데이터 분석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5146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1B2F"/>
                </a:solidFill>
              </a:rPr>
              <a:t>분석 도구 및 통계 처리 방법을 기술합니다.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1B2F"/>
                </a:solidFill>
              </a:rPr>
              <a:t>• 소프트웨어: R / SPSS / Python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1B2F"/>
                </a:solidFill>
              </a:rPr>
              <a:t>• 유의수준: α = 0.05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1B2F"/>
                </a:solidFill>
              </a:rPr>
              <a:t>• 신뢰구간: 95% CI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1B2F"/>
                </a:solidFill>
              </a:rPr>
              <a:t>• 검정력: β = 0.80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주요 연구 결과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109728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2160" y="960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4332"/>
                </a:solidFill>
              </a:rPr>
              <a:t>p &lt; 0.001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85216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916C"/>
                </a:solidFill>
              </a:rPr>
              <a:t>통계적 유의성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760720" y="2194560"/>
            <a:ext cx="3108960" cy="1097280"/>
          </a:xfrm>
          <a:prstGeom prst="rect">
            <a:avLst/>
          </a:prstGeom>
          <a:solidFill>
            <a:srgbClr val="EBF8EE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</a:rPr>
              <a:t>Cohen's d = 0.82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85216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916C"/>
                </a:solidFill>
              </a:rPr>
              <a:t>효과 크기 (대)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60720" y="34290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1B2F"/>
                </a:solidFill>
              </a:rPr>
              <a:t>주요 발견: 실험군이 대조군 대비 통계적으로 유의미한 향상을 보임 (p &lt; 0.001, 95% CI [X.XX, X.XX])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2026-04-22T05:36:19Z</dcterms:created>
  <dcterms:modified xsi:type="dcterms:W3CDTF">2026-04-22T05:36:19Z</dcterms:modified>
</cp:coreProperties>
</file>