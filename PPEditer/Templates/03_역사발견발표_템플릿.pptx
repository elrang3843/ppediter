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2A100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0" y="0"/>
            <a:ext cx="54864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65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843"/>
                </a:solidFill>
              </a:rPr>
              <a:t>HISTORICAL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D4A843"/>
                </a:solidFill>
              </a:rPr>
              <a:t>DISCOVERY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0"/>
                </a:solidFill>
              </a:rPr>
              <a:t>역사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0"/>
                </a:solidFill>
              </a:rPr>
              <a:t>발견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0"/>
                </a:solidFill>
              </a:rPr>
              <a:t>발표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274320" y="3474720"/>
            <a:ext cx="3200400" cy="45720"/>
          </a:xfrm>
          <a:prstGeom prst="rect">
            <a:avLst/>
          </a:prstGeom>
          <a:solidFill>
            <a:srgbClr val="C17F3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7F3A"/>
                </a:solidFill>
              </a:rPr>
              <a:t>[발견/연구 대상 시기]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4114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882"/>
                </a:solidFill>
              </a:rPr>
              <a:t>[발표자명] | [소속기관]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640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</a:rPr>
              <a:t>발표 제목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0058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0"/>
                </a:solidFill>
              </a:rPr>
              <a:t>발견된 역사적 사실의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0"/>
                </a:solidFill>
              </a:rPr>
              <a:t>제목을 여기에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0"/>
                </a:solidFill>
              </a:rPr>
              <a:t>입력하세요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30175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4A882"/>
                </a:solidFill>
              </a:rPr>
              <a:t>발견의 의미와 역사적 중요성을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4A882"/>
                </a:solidFill>
              </a:rPr>
              <a:t>간략하게 소개합니다.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4206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7F3A"/>
                </a:solidFill>
              </a:rPr>
              <a:t>20XX년 X월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1A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0"/>
                </a:solidFill>
              </a:rPr>
              <a:t>역사적 배경 &amp; 타임라인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C17F3A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2423160"/>
            <a:ext cx="329184" cy="329184"/>
          </a:xfrm>
          <a:prstGeom prst="ellipse">
            <a:avLst/>
          </a:prstGeom>
          <a:solidFill>
            <a:srgbClr val="C17F3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88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A0D"/>
                </a:solidFill>
              </a:rPr>
              <a:t>고대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" y="1554480"/>
            <a:ext cx="18288" cy="868680"/>
          </a:xfrm>
          <a:prstGeom prst="rect">
            <a:avLst/>
          </a:prstGeom>
          <a:solidFill>
            <a:srgbClr val="C17F3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880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1810"/>
                </a:solidFill>
              </a:rPr>
              <a:t>배경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1810"/>
                </a:solidFill>
              </a:rPr>
              <a:t>시작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32888" y="2423160"/>
            <a:ext cx="329184" cy="329184"/>
          </a:xfrm>
          <a:prstGeom prst="ellipse">
            <a:avLst/>
          </a:prstGeom>
          <a:solidFill>
            <a:srgbClr val="C17F3A"/>
          </a:solidFill>
          <a:ln/>
        </p:spPr>
      </p:sp>
      <p:sp>
        <p:nvSpPr>
          <p:cNvPr id="11" name="Text 9"/>
          <p:cNvSpPr/>
          <p:nvPr/>
        </p:nvSpPr>
        <p:spPr>
          <a:xfrm>
            <a:off x="2148840" y="1188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A0D"/>
                </a:solidFill>
              </a:rPr>
              <a:t>중세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88336" y="1554480"/>
            <a:ext cx="18288" cy="868680"/>
          </a:xfrm>
          <a:prstGeom prst="rect">
            <a:avLst/>
          </a:prstGeom>
          <a:solidFill>
            <a:srgbClr val="C17F3A"/>
          </a:solidFill>
          <a:ln/>
        </p:spPr>
      </p:sp>
      <p:sp>
        <p:nvSpPr>
          <p:cNvPr id="13" name="Text 11"/>
          <p:cNvSpPr/>
          <p:nvPr/>
        </p:nvSpPr>
        <p:spPr>
          <a:xfrm>
            <a:off x="2148840" y="2880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1810"/>
                </a:solidFill>
              </a:rPr>
              <a:t>발전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1810"/>
                </a:solidFill>
              </a:rPr>
              <a:t>시기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07408" y="2423160"/>
            <a:ext cx="329184" cy="329184"/>
          </a:xfrm>
          <a:prstGeom prst="ellipse">
            <a:avLst/>
          </a:prstGeom>
          <a:solidFill>
            <a:srgbClr val="C17F3A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1188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A0D"/>
                </a:solidFill>
              </a:rPr>
              <a:t>근세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62856" y="1554480"/>
            <a:ext cx="18288" cy="868680"/>
          </a:xfrm>
          <a:prstGeom prst="rect">
            <a:avLst/>
          </a:prstGeom>
          <a:solidFill>
            <a:srgbClr val="C17F3A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0" y="2880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1810"/>
                </a:solidFill>
              </a:rPr>
              <a:t>변환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1810"/>
                </a:solidFill>
              </a:rPr>
              <a:t>시기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81928" y="2423160"/>
            <a:ext cx="329184" cy="329184"/>
          </a:xfrm>
          <a:prstGeom prst="ellipse">
            <a:avLst/>
          </a:prstGeom>
          <a:solidFill>
            <a:srgbClr val="C17F3A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1188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A0D"/>
                </a:solidFill>
              </a:rPr>
              <a:t>근대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37376" y="1554480"/>
            <a:ext cx="18288" cy="868680"/>
          </a:xfrm>
          <a:prstGeom prst="rect">
            <a:avLst/>
          </a:prstGeom>
          <a:solidFill>
            <a:srgbClr val="C17F3A"/>
          </a:solidFill>
          <a:ln/>
        </p:spPr>
      </p:sp>
      <p:sp>
        <p:nvSpPr>
          <p:cNvPr id="21" name="Text 19"/>
          <p:cNvSpPr/>
          <p:nvPr/>
        </p:nvSpPr>
        <p:spPr>
          <a:xfrm>
            <a:off x="5897880" y="2880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1810"/>
                </a:solidFill>
              </a:rPr>
              <a:t>주요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1810"/>
                </a:solidFill>
              </a:rPr>
              <a:t>사건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56448" y="2423160"/>
            <a:ext cx="329184" cy="329184"/>
          </a:xfrm>
          <a:prstGeom prst="ellipse">
            <a:avLst/>
          </a:prstGeom>
          <a:solidFill>
            <a:srgbClr val="C17F3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1188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1A0D"/>
                </a:solidFill>
              </a:rPr>
              <a:t>현대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11896" y="1554480"/>
            <a:ext cx="18288" cy="868680"/>
          </a:xfrm>
          <a:prstGeom prst="rect">
            <a:avLst/>
          </a:prstGeom>
          <a:solidFill>
            <a:srgbClr val="C17F3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2880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1810"/>
                </a:solidFill>
              </a:rPr>
              <a:t>발견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1810"/>
                </a:solidFill>
              </a:rPr>
              <a:t>시점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solidFill>
            <a:srgbClr val="FFF3E0"/>
          </a:solidFill>
          <a:ln w="12700">
            <a:solidFill>
              <a:srgbClr val="C17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520440"/>
            <a:ext cx="73152" cy="1371600"/>
          </a:xfrm>
          <a:prstGeom prst="rect">
            <a:avLst/>
          </a:prstGeom>
          <a:solidFill>
            <a:srgbClr val="C17F3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5844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A0D"/>
                </a:solidFill>
              </a:rPr>
              <a:t>역사적 맥락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1810"/>
                </a:solidFill>
              </a:rPr>
              <a:t>이 시기의 역사적 맥락과 사회문화적 배경을 설명하는 텍스트를 이곳에 입력합니다. 발견이 이루어진 시대적 상황과 그 의미를 기술합니다.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1A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0"/>
                </a:solidFill>
              </a:rPr>
              <a:t>발견의 상세 내용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23360" cy="1783080"/>
          </a:xfrm>
          <a:prstGeom prst="rect">
            <a:avLst/>
          </a:prstGeom>
          <a:solidFill>
            <a:srgbClr val="FFF3E0"/>
          </a:solidFill>
          <a:ln w="12700">
            <a:solidFill>
              <a:srgbClr val="C17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4023360" cy="411480"/>
          </a:xfrm>
          <a:prstGeom prst="rect">
            <a:avLst/>
          </a:prstGeom>
          <a:solidFill>
            <a:srgbClr val="C17F3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0"/>
                </a:solidFill>
              </a:rPr>
              <a:t>📍 발견 장소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1810"/>
                </a:solidFill>
              </a:rPr>
              <a:t>발견이 이루어진 구체적인 장소와 지리적 맥락을 기술합니다.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023360" cy="1783080"/>
          </a:xfrm>
          <a:prstGeom prst="rect">
            <a:avLst/>
          </a:prstGeom>
          <a:solidFill>
            <a:srgbClr val="FFF3E0"/>
          </a:solidFill>
          <a:ln w="12700">
            <a:solidFill>
              <a:srgbClr val="C17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051560"/>
            <a:ext cx="4023360" cy="411480"/>
          </a:xfrm>
          <a:prstGeom prst="rect">
            <a:avLst/>
          </a:prstGeom>
          <a:solidFill>
            <a:srgbClr val="C17F3A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0"/>
                </a:solidFill>
              </a:rPr>
              <a:t>📅 발견 시기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5544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1810"/>
                </a:solidFill>
              </a:rPr>
              <a:t>정확한 발견 일시와 과정을 기록합니다.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4023360" cy="1783080"/>
          </a:xfrm>
          <a:prstGeom prst="rect">
            <a:avLst/>
          </a:prstGeom>
          <a:solidFill>
            <a:srgbClr val="FFF3E0"/>
          </a:solidFill>
          <a:ln w="12700">
            <a:solidFill>
              <a:srgbClr val="C17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017520"/>
            <a:ext cx="4023360" cy="411480"/>
          </a:xfrm>
          <a:prstGeom prst="rect">
            <a:avLst/>
          </a:prstGeom>
          <a:solidFill>
            <a:srgbClr val="3D1A0D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0"/>
                </a:solidFill>
              </a:rPr>
              <a:t>🔍 주요 발견물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5204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1810"/>
                </a:solidFill>
              </a:rPr>
              <a:t>발견된 유물, 기록물, 증거 등을 상세히 설명합니다.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3017520"/>
            <a:ext cx="4023360" cy="1783080"/>
          </a:xfrm>
          <a:prstGeom prst="rect">
            <a:avLst/>
          </a:prstGeom>
          <a:solidFill>
            <a:srgbClr val="FFF3E0"/>
          </a:solidFill>
          <a:ln w="12700">
            <a:solidFill>
              <a:srgbClr val="C17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3017520"/>
            <a:ext cx="4023360" cy="411480"/>
          </a:xfrm>
          <a:prstGeom prst="rect">
            <a:avLst/>
          </a:prstGeom>
          <a:solidFill>
            <a:srgbClr val="3D1A0D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0"/>
                </a:solidFill>
              </a:rPr>
              <a:t>📚 역사적 의의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5204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1810"/>
                </a:solidFill>
              </a:rPr>
              <a:t>이 발견이 역사 해석에 미치는 영향과 의의를 논합니다.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2026-04-22T05:36:19Z</dcterms:created>
  <dcterms:modified xsi:type="dcterms:W3CDTF">2026-04-22T05:36:19Z</dcterms:modified>
</cp:coreProperties>
</file>