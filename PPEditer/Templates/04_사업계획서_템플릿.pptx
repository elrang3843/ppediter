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목표 시장 점유율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시장 점유율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1E40AF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당사 목표</c:v>
                </c:pt>
                <c:pt idx="1">
                  <c:v>경쟁사 A</c:v>
                </c:pt>
                <c:pt idx="2">
                  <c:v>경쟁사 B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15</c:v>
                </c:pt>
                <c:pt idx="1">
                  <c:v>35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5개년 재무 전망 (단위: 억원)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1년차</c:v>
                  </c:pt>
                  <c:pt idx="1">
                    <c:v>2년차</c:v>
                  </c:pt>
                  <c:pt idx="2">
                    <c:v>3년차</c:v>
                  </c:pt>
                  <c:pt idx="3">
                    <c:v>4년차</c:v>
                  </c:pt>
                  <c:pt idx="4">
                    <c:v>5년차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15</c:v>
                </c:pt>
                <c:pt idx="2">
                  <c:v>35</c:v>
                </c:pt>
                <c:pt idx="3">
                  <c:v>70</c:v>
                </c:pt>
                <c:pt idx="4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순이익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1년차</c:v>
                  </c:pt>
                  <c:pt idx="1">
                    <c:v>2년차</c:v>
                  </c:pt>
                  <c:pt idx="2">
                    <c:v>3년차</c:v>
                  </c:pt>
                  <c:pt idx="3">
                    <c:v>4년차</c:v>
                  </c:pt>
                  <c:pt idx="4">
                    <c:v>5년차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</c:v>
                </c:pt>
                <c:pt idx="1">
                  <c:v>-1</c:v>
                </c:pt>
                <c:pt idx="2">
                  <c:v>8</c:v>
                </c:pt>
                <c:pt idx="3">
                  <c:v>22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B82F6"/>
                </a:solidFill>
              </a:rPr>
              <a:t>BUSINESS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사업계획서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[사업명/브랜드명]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[회사명] | [사업 분야]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[작성일] | 기밀 문서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사업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₩ 000억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목표 매출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000%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시장 성장률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56032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960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00명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350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목표 고객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256032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86000"/>
            <a:ext cx="2560320" cy="4114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비전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우리는 [분야]에서 [목표]를 달성하여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고객에게 [가치]를 제공합니다.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286000"/>
            <a:ext cx="256032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286000"/>
            <a:ext cx="2560320" cy="4114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미션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7889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[핵심 활동]을 통해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[목표 고객]의 [핵심 문제]를 해결합니다.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256032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2286000"/>
            <a:ext cx="2560320" cy="4114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핵심 가치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7889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혁신  |  신뢰  |  성장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고객 중심  |  지속가능성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시장 분석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4A"/>
                </a:solidFill>
              </a:rPr>
              <a:t>시장 기회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92040" y="150876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516636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TAM (전체 시장): ₩ 0,000억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92040" y="2130552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5166360" y="20848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SAM (유효 시장): ₩ 000억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275234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5166360" y="2706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SOM (확보 가능 시장): ₩ 00억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92040" y="3374136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5166360" y="3328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연평균 성장률: 00% (20XX-20XX)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92040" y="399592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516636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주요 트렌드: [트렌드 1], [트렌드 2]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재무 계획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2026-04-22T05:36:19Z</dcterms:created>
  <dcterms:modified xsi:type="dcterms:W3CDTF">2026-04-22T05:36:19Z</dcterms:modified>
</cp:coreProperties>
</file>