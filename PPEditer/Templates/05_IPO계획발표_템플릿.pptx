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매출 및 영업이익 추이 (억원)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6C63FF"/>
            </a:solidFill>
            <a:ln w="38100" cap="flat">
              <a:solidFill>
                <a:srgbClr val="6C63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63FF"/>
              </a:solidFill>
              <a:ln w="9525" cap="flat">
                <a:solidFill>
                  <a:srgbClr val="6C63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20X0</c:v>
                  </c:pt>
                  <c:pt idx="1">
                    <c:v>20X1</c:v>
                  </c:pt>
                  <c:pt idx="2">
                    <c:v>20X2</c:v>
                  </c:pt>
                  <c:pt idx="3">
                    <c:v>20X3</c:v>
                  </c:pt>
                  <c:pt idx="4">
                    <c:v>20X4(E)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85</c:v>
                </c:pt>
                <c:pt idx="2">
                  <c:v>142</c:v>
                </c:pt>
                <c:pt idx="3">
                  <c:v>230</c:v>
                </c:pt>
                <c:pt idx="4">
                  <c:v>350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FF6584"/>
            </a:solidFill>
            <a:ln w="38100" cap="flat">
              <a:solidFill>
                <a:srgbClr val="FF65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584"/>
              </a:solidFill>
              <a:ln w="9525" cap="flat">
                <a:solidFill>
                  <a:srgbClr val="FF65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20X0</c:v>
                  </c:pt>
                  <c:pt idx="1">
                    <c:v>20X1</c:v>
                  </c:pt>
                  <c:pt idx="2">
                    <c:v>20X2</c:v>
                  </c:pt>
                  <c:pt idx="3">
                    <c:v>20X3</c:v>
                  </c:pt>
                  <c:pt idx="4">
                    <c:v>20X4(E)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18</c:v>
                </c:pt>
                <c:pt idx="3">
                  <c:v>42</c:v>
                </c:pt>
                <c:pt idx="4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8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70B1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C63FF"/>
                </a:solidFill>
              </a:rPr>
              <a:t>IPO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기업공개 계획발표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8288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63FF"/>
                </a:solidFill>
              </a:rPr>
              <a:t>[회사명]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[업종] | 설립 20XX년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공개예정: 20XX년 X분기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5568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0" y="457200"/>
            <a:ext cx="3840480" cy="1280160"/>
          </a:xfrm>
          <a:prstGeom prst="rect">
            <a:avLst/>
          </a:prstGeom>
          <a:solidFill>
            <a:srgbClr val="0D13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502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C63FF"/>
                </a:solidFill>
              </a:rPr>
              <a:t>₩0.0조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기업가치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965960"/>
            <a:ext cx="3840480" cy="1280160"/>
          </a:xfrm>
          <a:prstGeom prst="rect">
            <a:avLst/>
          </a:prstGeom>
          <a:solidFill>
            <a:srgbClr val="0D13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C63FF"/>
                </a:solidFill>
              </a:rPr>
              <a:t>000%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매출 성장률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474720"/>
            <a:ext cx="3840480" cy="1280160"/>
          </a:xfrm>
          <a:prstGeom prst="rect">
            <a:avLst/>
          </a:prstGeom>
          <a:solidFill>
            <a:srgbClr val="0D13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C63FF"/>
                </a:solidFill>
              </a:rPr>
              <a:t>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영업이익률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4800600"/>
            <a:ext cx="3840480" cy="182880"/>
          </a:xfrm>
          <a:prstGeom prst="rect">
            <a:avLst/>
          </a:prstGeom>
          <a:solidFill>
            <a:srgbClr val="FF658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회사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828800"/>
          </a:xfrm>
          <a:prstGeom prst="rect">
            <a:avLst/>
          </a:prstGeom>
          <a:solidFill>
            <a:srgbClr val="F0EFF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핵심 사업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당사의 주요 사업 영역과 비즈니스 모델을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간략하게 기술합니다.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1828800"/>
          </a:xfrm>
          <a:prstGeom prst="rect">
            <a:avLst/>
          </a:prstGeom>
          <a:solidFill>
            <a:srgbClr val="F0EFF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4023360" cy="4572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경쟁 우위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시장에서의 차별화 요소와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핵심 경쟁력을 서술합니다.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023360" cy="1828800"/>
          </a:xfrm>
          <a:prstGeom prst="rect">
            <a:avLst/>
          </a:prstGeom>
          <a:solidFill>
            <a:srgbClr val="F0EFF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4023360" cy="4572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성장 전략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향후 성장 전략과 시장 확장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계획을 제시합니다.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023360" cy="1828800"/>
          </a:xfrm>
          <a:prstGeom prst="rect">
            <a:avLst/>
          </a:prstGeom>
          <a:solidFill>
            <a:srgbClr val="F0EFF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017520"/>
            <a:ext cx="4023360" cy="4572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투자 포인트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투자자 관점에서 본 주요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투자 매력 요소를 기술합니다.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재무 하이라이트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926080" cy="685800"/>
          </a:xfrm>
          <a:prstGeom prst="rect">
            <a:avLst/>
          </a:prstGeom>
          <a:solidFill>
            <a:srgbClr val="F0EF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공모 주식 수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35040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</a:rPr>
              <a:t>0,000,000주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691640"/>
            <a:ext cx="2926080" cy="685800"/>
          </a:xfrm>
          <a:prstGeom prst="rect">
            <a:avLst/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희망 공모가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3504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</a:rPr>
              <a:t>₩00,000 ~ ₩00,000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468880"/>
            <a:ext cx="2926080" cy="685800"/>
          </a:xfrm>
          <a:prstGeom prst="rect">
            <a:avLst/>
          </a:prstGeom>
          <a:solidFill>
            <a:srgbClr val="F0EF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예상 시가총액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</a:rPr>
              <a:t>₩0,000억 ~ ₩0,000억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246120"/>
            <a:ext cx="2926080" cy="685800"/>
          </a:xfrm>
          <a:prstGeom prst="rect">
            <a:avLst/>
          </a:prstGeom>
          <a:solidFill>
            <a:srgbClr val="F8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상장 예정일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</a:rPr>
              <a:t>20XX년 X월 X일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2026-04-22T05:36:19Z</dcterms:created>
  <dcterms:modified xsi:type="dcterms:W3CDTF">2026-04-22T05:36:19Z</dcterms:modified>
</cp:coreProperties>
</file>