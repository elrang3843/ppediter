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3B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560320"/>
            <a:ext cx="9144000" cy="73152"/>
          </a:xfrm>
          <a:prstGeom prst="rect">
            <a:avLst/>
          </a:prstGeom>
          <a:solidFill>
            <a:srgbClr val="05C39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05C39A"/>
                </a:solidFill>
              </a:rPr>
              <a:t>PROPOSAL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제  안  서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48640" y="2057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CED8"/>
                </a:solidFill>
              </a:rPr>
              <a:t>[수신처]에 제안드리는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834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[제안 제목/프로젝트명]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3749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B8C4"/>
                </a:solidFill>
              </a:rPr>
              <a:t>[제안사명] | [담당자] | [연락처]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B8C4"/>
                </a:solidFill>
              </a:rPr>
              <a:t>제안일: 20XX년 X월 X일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제안 배경 및 목적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3931920" cy="3931920"/>
          </a:xfrm>
          <a:prstGeom prst="rect">
            <a:avLst/>
          </a:prstGeom>
          <a:solidFill>
            <a:srgbClr val="FFF3F3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3931920" cy="457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97840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현재의 문제점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508760"/>
            <a:ext cx="182880" cy="1828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4630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기존 방식의 비효율성 및 높은 비용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2212848"/>
            <a:ext cx="182880" cy="1828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16712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고객 불만족 요소 증가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2916936"/>
            <a:ext cx="182880" cy="1828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87121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시장 변화에 대한 대응력 부족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3621024"/>
            <a:ext cx="182880" cy="1828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57530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경쟁사 대비 기술력 격차 발생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37760" y="914400"/>
            <a:ext cx="3931920" cy="3931920"/>
          </a:xfrm>
          <a:prstGeom prst="rect">
            <a:avLst/>
          </a:prstGeom>
          <a:solidFill>
            <a:srgbClr val="E0F5F5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37760" y="914400"/>
            <a:ext cx="3931920" cy="4572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5074920" y="97840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당사의 해결책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074920" y="1508760"/>
            <a:ext cx="182880" cy="1828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9" name="Text 17"/>
          <p:cNvSpPr/>
          <p:nvPr/>
        </p:nvSpPr>
        <p:spPr>
          <a:xfrm>
            <a:off x="5349240" y="14630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최신 기술 적용으로 효율성 40% 향상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74920" y="2212848"/>
            <a:ext cx="182880" cy="1828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5349240" y="216712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고객 경험 혁신을 통한 만족도 제고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74920" y="2916936"/>
            <a:ext cx="182880" cy="1828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3" name="Text 21"/>
          <p:cNvSpPr/>
          <p:nvPr/>
        </p:nvSpPr>
        <p:spPr>
          <a:xfrm>
            <a:off x="5349240" y="287121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애자일 대응 체계 구축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74920" y="3621024"/>
            <a:ext cx="182880" cy="1828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5" name="Text 23"/>
          <p:cNvSpPr/>
          <p:nvPr/>
        </p:nvSpPr>
        <p:spPr>
          <a:xfrm>
            <a:off x="5349240" y="357530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전문 인력과 검증된 방법론 적용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제안 내용 및 기대 효과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651760" cy="2743200"/>
          </a:xfrm>
          <a:prstGeom prst="rect">
            <a:avLst/>
          </a:prstGeom>
          <a:solidFill>
            <a:srgbClr val="E0F5F5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265176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9601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Phase 1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준비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73736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요구사항 분석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환경 구성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팀 구성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7432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914400"/>
            <a:ext cx="2651760" cy="2743200"/>
          </a:xfrm>
          <a:prstGeom prst="rect">
            <a:avLst/>
          </a:prstGeom>
          <a:solidFill>
            <a:srgbClr val="E0F5F5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914400"/>
            <a:ext cx="265176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3246120" y="9601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Phase 2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구현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37560" y="173736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핵심 기능 개발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테스트 진행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피드백 반영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852160" y="2286000"/>
            <a:ext cx="27432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26480" y="914400"/>
            <a:ext cx="2651760" cy="2743200"/>
          </a:xfrm>
          <a:prstGeom prst="rect">
            <a:avLst/>
          </a:prstGeom>
          <a:solidFill>
            <a:srgbClr val="E0F5F5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914400"/>
            <a:ext cx="2651760" cy="7315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6172200" y="9601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Phase 3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완료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63640" y="173736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최종 검수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배포 및 이관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교육 실시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840480"/>
            <a:ext cx="8595360" cy="1005840"/>
          </a:xfrm>
          <a:prstGeom prst="rect">
            <a:avLst/>
          </a:prstGeom>
          <a:solidFill>
            <a:srgbClr val="E0F5F5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3840480"/>
            <a:ext cx="73152" cy="10058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93192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기대 효과: 비용 절감 약 30% | 업무 효율 40% 향상 | 고객 만족도 상승 | ROI 12개월 내 달성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2026-04-22T05:36:20Z</dcterms:created>
  <dcterms:modified xsi:type="dcterms:W3CDTF">2026-04-22T05:36:20Z</dcterms:modified>
</cp:coreProperties>
</file>