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분기별 주요 지표 추이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성장률(%)</c:v>
                </c:pt>
              </c:strCache>
            </c:strRef>
          </c:tx>
          <c:spPr>
            <a:solidFill>
              <a:srgbClr val="0EA5E9"/>
            </a:solidFill>
            <a:ln w="3810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2.4</c:v>
                </c:pt>
                <c:pt idx="2">
                  <c:v>2.8</c:v>
                </c:pt>
                <c:pt idx="3">
                  <c:v>2.5</c:v>
                </c:pt>
                <c:pt idx="4">
                  <c:v>2.3</c:v>
                </c:pt>
                <c:pt idx="5">
                  <c:v>2.7</c:v>
                </c:pt>
                <c:pt idx="6">
                  <c:v>2.9</c:v>
                </c:pt>
                <c:pt idx="7">
                  <c:v>2.8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소비자물가(%)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2.8</c:v>
                </c:pt>
                <c:pt idx="1">
                  <c:v>3.1</c:v>
                </c:pt>
                <c:pt idx="2">
                  <c:v>3.5</c:v>
                </c:pt>
                <c:pt idx="3">
                  <c:v>3.3</c:v>
                </c:pt>
                <c:pt idx="4">
                  <c:v>3</c:v>
                </c:pt>
                <c:pt idx="5">
                  <c:v>3.2</c:v>
                </c:pt>
                <c:pt idx="6">
                  <c:v>3.4</c:v>
                </c:pt>
                <c:pt idx="7">
                  <c:v>3.2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섹터별 성장률 (전년비,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성장률(%)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제조업</c:v>
                  </c:pt>
                  <c:pt idx="1">
                    <c:v>서비스업</c:v>
                  </c:pt>
                  <c:pt idx="2">
                    <c:v>건설업</c:v>
                  </c:pt>
                  <c:pt idx="3">
                    <c:v>금융업</c:v>
                  </c:pt>
                  <c:pt idx="4">
                    <c:v>수출</c:v>
                  </c:pt>
                  <c:pt idx="5">
                    <c:v>소비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4.1</c:v>
                </c:pt>
                <c:pt idx="2">
                  <c:v>-0.8</c:v>
                </c:pt>
                <c:pt idx="3">
                  <c:v>2.5</c:v>
                </c:pt>
                <c:pt idx="4">
                  <c:v>5.3</c:v>
                </c:pt>
                <c:pt idx="5">
                  <c:v>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</a:rPr>
              <a:t>ECONOMIC INDICATORS REPORT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경제지표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분석 보고서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20XX년 X분기 | [발간기관]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383280"/>
            <a:ext cx="1920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GDP 성장률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+2.8%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전분기 대비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3383280"/>
            <a:ext cx="1920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소비자물가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42032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+3.2%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전년동기 대비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3383280"/>
            <a:ext cx="1920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실업률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3.1%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18304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계절조정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3383280"/>
            <a:ext cx="1920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무역수지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94576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+$12.3B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94576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당월 기준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주요 경제지표 현황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926080" cy="65836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960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GDP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+2.8%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▲ 0.3%p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664208"/>
            <a:ext cx="2926080" cy="65836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+3.2%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8080" y="1755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▼ 0.2%p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2414016"/>
            <a:ext cx="2926080" cy="65836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실업률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35040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3.1%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98080" y="25054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보합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163824"/>
            <a:ext cx="2926080" cy="65836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3209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기준금리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3.50%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98080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동결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섹터별 경제 동향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14400"/>
            <a:ext cx="3017520" cy="39319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분석 코멘트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46304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수출 부문이 5.3%로 가장 높은 성장세를 보이며 경기 회복을 견인하고 있습니다.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건설업은 금리 인상 영향으로 유일하게 마이너스 성장을 기록했습니다.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서비스업은 내수 소비 회복에 힘입어 4.1%의 견조한 성장을 나타냈습니다.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향후 금리 정책 방향과 글로벌 경기 불확실성이 주요 변수로 작용할 전망입니다.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2026-04-22T05:36:20Z</dcterms:created>
  <dcterms:modified xsi:type="dcterms:W3CDTF">2026-04-22T05:36:20Z</dcterms:modified>
</cp:coreProperties>
</file>