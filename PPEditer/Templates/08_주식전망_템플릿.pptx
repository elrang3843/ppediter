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KOSPI 실제 vs 목표 지수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KOSPI 실제</c:v>
                </c:pt>
              </c:strCache>
            </c:strRef>
          </c:tx>
          <c:spPr>
            <a:solidFill>
              <a:srgbClr val="00D4AA"/>
            </a:solidFill>
            <a:ln w="38100" cap="flat">
              <a:solidFill>
                <a:srgbClr val="00D4A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D4AA"/>
              </a:solidFill>
              <a:ln w="9525" cap="flat">
                <a:solidFill>
                  <a:srgbClr val="00D4A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2650</c:v>
                </c:pt>
                <c:pt idx="1">
                  <c:v>2720</c:v>
                </c:pt>
                <c:pt idx="2">
                  <c:v>2780</c:v>
                </c:pt>
                <c:pt idx="3">
                  <c:v>2810</c:v>
                </c:pt>
                <c:pt idx="4">
                  <c:v>2760</c:v>
                </c:pt>
                <c:pt idx="5">
                  <c:v>2850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목표지수</c:v>
                </c:pt>
              </c:strCache>
            </c:strRef>
          </c:tx>
          <c:spPr>
            <a:solidFill>
              <a:srgbClr val="F59E0B"/>
            </a:solidFill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2700</c:v>
                </c:pt>
                <c:pt idx="1">
                  <c:v>2750</c:v>
                </c:pt>
                <c:pt idx="2">
                  <c:v>2800</c:v>
                </c:pt>
                <c:pt idx="3">
                  <c:v>2850</c:v>
                </c:pt>
                <c:pt idx="4">
                  <c:v>2900</c:v>
                </c:pt>
                <c:pt idx="5">
                  <c:v>2950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8FFF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A10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AA"/>
                </a:solidFill>
              </a:rPr>
              <a:t>STOCK MARKET OUTLOOK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주식시장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전망 리포트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36576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AA"/>
                </a:solidFill>
              </a:rPr>
              <a:t>20XX년 X분기 | [발간기관/애널리스트]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3291840"/>
            <a:ext cx="1920240" cy="10972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KOSPI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2,850.45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4005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+1.2%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50592" y="3291840"/>
            <a:ext cx="1920240" cy="10972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KOSDAQ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42032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980.23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42032" y="4005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+0.8%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26864" y="3291840"/>
            <a:ext cx="1920240" cy="10972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8304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S&amp;P 500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18304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5,123.45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18304" y="4005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</a:rPr>
              <a:t>-0.3%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03136" y="3291840"/>
            <a:ext cx="1920240" cy="10972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94576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NASDAQ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94576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16,200.30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94576" y="4005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+0.5%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본 리포트는 투자 참고용으로 작성되었으며 투자 결과에 대한 책임은 투자자 본인에게 있습니다.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시장 전망 및 투자 전략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931920"/>
          </a:xfrm>
          <a:prstGeom prst="rect">
            <a:avLst/>
          </a:prstGeom>
          <a:solidFill>
            <a:srgbClr val="F0FFF8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393192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784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📈 강세 요인 (Bullish)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63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기업 실적 개선 기대감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212848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671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금리 인하 사이클 진입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916936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8712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외국인 수급 개선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621024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5753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반도체 업황 회복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914400"/>
            <a:ext cx="3931920" cy="3931920"/>
          </a:xfrm>
          <a:prstGeom prst="rect">
            <a:avLst/>
          </a:prstGeom>
          <a:solidFill>
            <a:srgbClr val="FFF5F5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914400"/>
            <a:ext cx="393192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5074920" y="9784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📉 약세 요인 (Bearish)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74920" y="1508760"/>
            <a:ext cx="182880" cy="1828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5349240" y="1463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글로벌 경기침체 우려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74920" y="2212848"/>
            <a:ext cx="182880" cy="1828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21671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지정학적 리스크 지속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74920" y="2916936"/>
            <a:ext cx="182880" cy="1828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5349240" y="28712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원화 약세 압력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74920" y="3621024"/>
            <a:ext cx="182880" cy="1828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5349240" y="35753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밸류에이션 부담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섹터별 투자의견 &amp; 지수 전망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852160" y="960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923"/>
                </a:solidFill>
              </a:rPr>
              <a:t>섹터별 투자의견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852160" y="1371600"/>
            <a:ext cx="3017520" cy="603504"/>
          </a:xfrm>
          <a:prstGeom prst="rect">
            <a:avLst/>
          </a:prstGeom>
          <a:solidFill>
            <a:srgbClr val="E6FAF7"/>
          </a:solidFill>
          <a:ln w="12700">
            <a:solidFill>
              <a:srgbClr val="BAF5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0" y="14356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923"/>
                </a:solidFill>
              </a:rPr>
              <a:t>반도체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406640" y="1435608"/>
            <a:ext cx="1325880" cy="38404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9" name="Text 6"/>
          <p:cNvSpPr/>
          <p:nvPr/>
        </p:nvSpPr>
        <p:spPr>
          <a:xfrm>
            <a:off x="7406640" y="14356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비중확대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52160" y="2066544"/>
            <a:ext cx="3017520" cy="603504"/>
          </a:xfrm>
          <a:prstGeom prst="rect">
            <a:avLst/>
          </a:prstGeom>
          <a:solidFill>
            <a:srgbClr val="E6FAF7"/>
          </a:solidFill>
          <a:ln w="12700">
            <a:solidFill>
              <a:srgbClr val="BAF5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21305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923"/>
                </a:solidFill>
              </a:rPr>
              <a:t>바이오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406640" y="2130552"/>
            <a:ext cx="132588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7406640" y="213055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중립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52160" y="2761488"/>
            <a:ext cx="3017520" cy="603504"/>
          </a:xfrm>
          <a:prstGeom prst="rect">
            <a:avLst/>
          </a:prstGeom>
          <a:solidFill>
            <a:srgbClr val="E6FAF7"/>
          </a:solidFill>
          <a:ln w="12700">
            <a:solidFill>
              <a:srgbClr val="BAF5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282549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923"/>
                </a:solidFill>
              </a:rPr>
              <a:t>금융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406640" y="2825496"/>
            <a:ext cx="1325880" cy="38404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7" name="Text 14"/>
          <p:cNvSpPr/>
          <p:nvPr/>
        </p:nvSpPr>
        <p:spPr>
          <a:xfrm>
            <a:off x="7406640" y="282549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비중확대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852160" y="3456432"/>
            <a:ext cx="3017520" cy="603504"/>
          </a:xfrm>
          <a:prstGeom prst="rect">
            <a:avLst/>
          </a:prstGeom>
          <a:solidFill>
            <a:srgbClr val="E6FAF7"/>
          </a:solidFill>
          <a:ln w="12700">
            <a:solidFill>
              <a:srgbClr val="BAF5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0" y="3520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923"/>
                </a:solidFill>
              </a:rPr>
              <a:t>자동차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406640" y="3520440"/>
            <a:ext cx="132588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7406640" y="35204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중립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852160" y="4151376"/>
            <a:ext cx="3017520" cy="603504"/>
          </a:xfrm>
          <a:prstGeom prst="rect">
            <a:avLst/>
          </a:prstGeom>
          <a:solidFill>
            <a:srgbClr val="E6FAF7"/>
          </a:solidFill>
          <a:ln w="12700">
            <a:solidFill>
              <a:srgbClr val="BAF5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0" y="421538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923"/>
                </a:solidFill>
              </a:rPr>
              <a:t>유통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406640" y="4215384"/>
            <a:ext cx="1325880" cy="38404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5" name="Text 22"/>
          <p:cNvSpPr/>
          <p:nvPr/>
        </p:nvSpPr>
        <p:spPr>
          <a:xfrm>
            <a:off x="7406640" y="421538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비중축소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2026-04-22T05:36:20Z</dcterms:created>
  <dcterms:modified xsi:type="dcterms:W3CDTF">2026-04-22T05:36:20Z</dcterms:modified>
</cp:coreProperties>
</file>